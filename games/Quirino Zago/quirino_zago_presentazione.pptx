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5c6c889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5c6c889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5c6c889e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5c6c889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hermata home gio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575" y="0"/>
            <a:ext cx="609035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schermata gamep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350" y="0"/>
            <a:ext cx="614583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schermata fine gamepl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050" y="0"/>
            <a:ext cx="6234477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